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embeddedFontLst>
    <p:embeddedFont>
      <p:font typeface="Alexandria Medium" panose="020B0604020202020204" charset="-78"/>
      <p:regular r:id="rId10"/>
    </p:embeddedFont>
    <p:embeddedFont>
      <p:font typeface="Manrope" panose="020B0604020202020204" charset="0"/>
      <p:regular r:id="rId11"/>
    </p:embeddedFont>
    <p:embeddedFont>
      <p:font typeface="Manrope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27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6589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3200" kern="100" spc="71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SYSTEMS → AGENTIC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2797473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fixed service graphs to governed loops that can choose, act, verify, and recover.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88023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433308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Deterministic execution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47417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Known paths, bounded capabilities, explicit retries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3388023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364" y="433308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Bounded autonomy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73364" y="47417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Context-aware choices inside controlled boundaries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3388023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46" y="433308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Governed recovery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6246" y="47417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Evidence, limits, compensation, and escalation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655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THE DETERMINISTIC BASELINE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3255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Microservices made execution explicit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1996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service exposes a bounded capability. The workflow owns sequence, retries, and handoffs, so the system stays predictable by narrowing the possible paths.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17143"/>
            <a:ext cx="3622882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9622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Expose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43708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Services expose bounded capabilities through APIs.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3017143"/>
            <a:ext cx="362288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364" y="39622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Sequence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473364" y="43708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encodes order, retries, and ownership.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3017143"/>
            <a:ext cx="3622882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6246" y="39622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Constrain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96246" y="43708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Fewer valid paths make behavior easier to predict.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5377359"/>
            <a:ext cx="10868745" cy="755948"/>
          </a:xfrm>
          <a:prstGeom prst="roundRect">
            <a:avLst>
              <a:gd name="adj" fmla="val 37506"/>
            </a:avLst>
          </a:prstGeom>
          <a:solidFill>
            <a:srgbClr val="CDEFFE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645051"/>
            <a:ext cx="236234" cy="1890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75723" y="561359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Design consequence:</a:t>
            </a: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path is mostly known before the request begins.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115"/>
            <a:ext cx="11478330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kern="100" spc="56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THE NEW UNIT OF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1475" y="916781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100" spc="-2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new unit of design is a governed loop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1551285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useful agent is not a prompt wrapped around a tool. It is a loop with an explicit control surface.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531963"/>
            <a:ext cx="3310847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1. Observe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831802"/>
            <a:ext cx="331084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the task and available context.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1891407"/>
            <a:ext cx="3804051" cy="380414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9768" y="2593578"/>
            <a:ext cx="220855" cy="2208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19274" y="2531963"/>
            <a:ext cx="331094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2. Plan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219274" y="2831802"/>
            <a:ext cx="331094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the next action within policy.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772" y="1891407"/>
            <a:ext cx="3804051" cy="3804146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4616" y="2917329"/>
            <a:ext cx="220855" cy="2208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19274" y="4544715"/>
            <a:ext cx="331094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 Execute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19274" y="4844554"/>
            <a:ext cx="331094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a bounded tool or service.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1891407"/>
            <a:ext cx="3804051" cy="3804146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0873" y="4772223"/>
            <a:ext cx="220855" cy="22086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1475" y="4544715"/>
            <a:ext cx="3310847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4. Verify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661475" y="4844554"/>
            <a:ext cx="331084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Recover, retry, or escalate with evidence.</a:t>
            </a:r>
            <a:endParaRPr lang="en-US" sz="11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3772" y="1891407"/>
            <a:ext cx="3804051" cy="380414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6025" y="4448473"/>
            <a:ext cx="220855" cy="220861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661475" y="5825331"/>
            <a:ext cx="10868745" cy="503238"/>
          </a:xfrm>
          <a:prstGeom prst="roundRect">
            <a:avLst>
              <a:gd name="adj" fmla="val 44016"/>
            </a:avLst>
          </a:prstGeom>
          <a:solidFill>
            <a:srgbClr val="CDEFFE"/>
          </a:solidFill>
          <a:ln/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09" y="5988050"/>
            <a:ext cx="184542" cy="14763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141285" y="5977533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loop is the design object.</a:t>
            </a: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Its transitions, limits, and evidence matter as much as its model.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6288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KEEP THE BOUNDARY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200719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Keep the boundary between planning and execution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347196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Separating these layers prevents an agent from becoming an untestable super-service.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57848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100" spc="-2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Orches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1475" y="4695726"/>
            <a:ext cx="10868745" cy="755948"/>
          </a:xfrm>
          <a:prstGeom prst="roundRect">
            <a:avLst>
              <a:gd name="adj" fmla="val 37506"/>
            </a:avLst>
          </a:prstGeom>
          <a:solidFill>
            <a:srgbClr val="CDEFF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63418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9319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Boundary rule:</a:t>
            </a: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let the planner choose among safe capabilities; keep the capabilities independently testable.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0590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RELIABILITY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18149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Reliability changes from retry logic to recovery policy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6462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Static workflows usually retry the same failed step. Agentic workflows can classify the failure and select a response.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61308"/>
            <a:ext cx="2717137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4106366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Failure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4515048"/>
            <a:ext cx="233912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 the error, context, and evidence.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612" y="3161308"/>
            <a:ext cx="2717236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7619" y="4106366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Classify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567619" y="4515048"/>
            <a:ext cx="23392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Transient, blocked, unsafe, or unknown.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3161308"/>
            <a:ext cx="2717137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84854" y="4106366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Choose recovery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284854" y="4515048"/>
            <a:ext cx="233912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Retry, defer, compensate, or escalate.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984" y="3161308"/>
            <a:ext cx="2717236" cy="7560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01991" y="4106366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Escape hatch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001991" y="4515048"/>
            <a:ext cx="23392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Stop when limits or evidence require a human.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61475" y="5521523"/>
            <a:ext cx="10868745" cy="755948"/>
          </a:xfrm>
          <a:prstGeom prst="roundRect">
            <a:avLst>
              <a:gd name="adj" fmla="val 37506"/>
            </a:avLst>
          </a:prstGeom>
          <a:solidFill>
            <a:srgbClr val="CDEFF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789216"/>
            <a:ext cx="236234" cy="1890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75723" y="575776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Every recovery choice needs limits, evidence, and a human escape hatch.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0798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THE BACKEND ADDITIONS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8917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backend developers need to add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7658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core engineering habits stay. The system now needs new control surfaces around state, tools, decisions, and evaluation.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80866"/>
            <a:ext cx="2575357" cy="2286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35650" y="342265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75881" y="4036814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State &amp; memory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4445496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what is retained, for how long, and for which task.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3280866"/>
            <a:ext cx="2575456" cy="22862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0113" y="342265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3640245" y="4036814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Tool contracts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3640245" y="4445496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Expose intent, permissions, inputs, and side effects.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280866"/>
            <a:ext cx="2575456" cy="22862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4576" y="342265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6404708" y="4036814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Decision tracing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404708" y="4445496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Trace prompts, decisions, tool calls, and outcomes.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4764" y="3280866"/>
            <a:ext cx="2575456" cy="22862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29038" y="342265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9169171" y="4036814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Evaluation suites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9169171" y="4445496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quality, safety, latency, and cost before promotion.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061"/>
            <a:ext cx="11478330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60" dirty="0">
                <a:solidFill>
                  <a:srgbClr val="0269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ADOPTION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1475" y="1000720"/>
            <a:ext cx="10868745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100" spc="-3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Adopt the shift without abandoning engineering discipline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61475" y="2199283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from deterministic systems to bounded autonomy in steps that preserve observability and control.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85740"/>
            <a:ext cx="5434373" cy="637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0915" y="3358158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10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Start small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0915" y="3687961"/>
            <a:ext cx="511549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one bounded workflow with a deterministic fallback.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585740"/>
            <a:ext cx="5434373" cy="6378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5288" y="3358158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10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Make it visible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55288" y="3687961"/>
            <a:ext cx="511549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Observe every tool call and reverse it where possible.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82554"/>
            <a:ext cx="5434373" cy="6378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0915" y="4854972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10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Gate by risk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20915" y="5184775"/>
            <a:ext cx="511549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 autonomy only where the consequences are understood.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082554"/>
            <a:ext cx="5434373" cy="6378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55288" y="4854972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10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Promote proven loops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255288" y="5184775"/>
            <a:ext cx="511549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Production is the destination for evidence, not novelty.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61475" y="5730677"/>
            <a:ext cx="10868745" cy="570309"/>
          </a:xfrm>
          <a:prstGeom prst="roundRect">
            <a:avLst>
              <a:gd name="adj" fmla="val 41947"/>
            </a:avLst>
          </a:prstGeom>
          <a:solidFill>
            <a:srgbClr val="CDEFF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915" y="5924153"/>
            <a:ext cx="199325" cy="1594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9681" y="5905004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Engineering discipline remains the advantage.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shift changes what must be made explicit.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550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Manrope</vt:lpstr>
      <vt:lpstr>Arial</vt:lpstr>
      <vt:lpstr>Alexandria Medium</vt:lpstr>
      <vt:lpstr>Manrope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Pragathi Lingamsetty</cp:lastModifiedBy>
  <cp:revision>2</cp:revision>
  <dcterms:created xsi:type="dcterms:W3CDTF">2026-10-06T16:05:16Z</dcterms:created>
  <dcterms:modified xsi:type="dcterms:W3CDTF">2026-10-06T16:10:16Z</dcterms:modified>
</cp:coreProperties>
</file>